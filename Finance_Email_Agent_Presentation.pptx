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Credit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65760" y="15544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Email Agent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65760" y="26517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Invoice Recovery System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3154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 ·  OpenAI GPT-4o-mini  ·  Streamlit  ·  SQLite  ·  Python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Enablement Internship — Project Submission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0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Revenue Loss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lose significant revenue due to delayed invoice payments that go untracked.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2651760"/>
            <a:ext cx="411480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7889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Manual Effort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32004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teams waste hours manually drafting follow-up emails with inconsistent tone.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822960"/>
            <a:ext cx="411480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960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No Escalation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13716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30+ day overdue invoices miss timely legal escalation, worsening debt recovery.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651760"/>
            <a:ext cx="411480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7889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Zero Visibility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32004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 means there is no way to track which clients were contacted or when.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AI agent that reads invoice data, detects overdue payments, generates tone-appropriate follow-up emails, and escalates critical cases — fully automated.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4114800" cy="1005840"/>
          </a:xfrm>
          <a:prstGeom prst="rect">
            <a:avLst/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554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CSV / Excel Input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93852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any invoice file with schema validation and sanitization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4114800" cy="1005840"/>
          </a:xfrm>
          <a:prstGeom prst="rect">
            <a:avLst/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554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5-Tier Tone Logic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93852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tone auto-adjusts based on exact days overdue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651760"/>
            <a:ext cx="4114800" cy="1005840"/>
          </a:xfrm>
          <a:prstGeom prst="rect">
            <a:avLst/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7432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Email Generation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" y="312724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+ GPT-4o-mini generates professional, personalized emails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651760"/>
            <a:ext cx="4114800" cy="1005840"/>
          </a:xfrm>
          <a:prstGeom prst="rect">
            <a:avLst/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7432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Dry-Run Mode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312724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all emails locally before sending a single one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840480"/>
            <a:ext cx="4114800" cy="1005840"/>
          </a:xfrm>
          <a:prstGeom prst="rect">
            <a:avLst/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931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🗃️  Full Audit Trail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431596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logged to SQLite with run ID and timestamp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840480"/>
            <a:ext cx="4114800" cy="1005840"/>
          </a:xfrm>
          <a:prstGeom prst="rect">
            <a:avLst/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931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Human Escalation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92040" y="431596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day invoices routed to finance/legal team automatically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914400"/>
          </a:xfrm>
          <a:prstGeom prst="rect">
            <a:avLst/>
          </a:prstGeom>
          <a:solidFill>
            <a:srgbClr val="E0F4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73152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869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3.11+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527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777240"/>
            <a:ext cx="4114800" cy="914400"/>
          </a:xfrm>
          <a:prstGeom prst="rect">
            <a:avLst/>
          </a:prstGeom>
          <a:solidFill>
            <a:srgbClr val="E0F4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777240"/>
            <a:ext cx="73152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8869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0.2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2527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framework + prompt templates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856232"/>
            <a:ext cx="411480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856232"/>
            <a:ext cx="73152" cy="9144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9659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GPT-4o-mini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331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email generation via API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856232"/>
            <a:ext cx="4114800" cy="91440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856232"/>
            <a:ext cx="73152" cy="9144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9659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1.37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2331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dashboard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2935224"/>
            <a:ext cx="4114800" cy="914400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935224"/>
            <a:ext cx="73152" cy="914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0449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4107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database (built-in)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935224"/>
            <a:ext cx="4114800" cy="914400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935224"/>
            <a:ext cx="73152" cy="9144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0449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smtplib + Gmail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37760" y="34107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email sending with TLS/SSL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4014216"/>
            <a:ext cx="4114800" cy="914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4014216"/>
            <a:ext cx="73152" cy="9144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12394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448970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API key management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4014216"/>
            <a:ext cx="4114800" cy="91440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4014216"/>
            <a:ext cx="73152" cy="9144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412394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937760" y="448970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CSV/Excel loading + validation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5-Tier Escalation Logic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749808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41832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1–7 days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691640" y="9418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Warm &amp; Friendly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97680" y="88696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and conversational. Client likely just forgot. Positive tone, forward-looking.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627632"/>
            <a:ext cx="8595360" cy="749808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792224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8–14 days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91640" y="179222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Polite but Firm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97680" y="17373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Acknowledges the delay clearly. States that payment is needed promptly. Professional tone.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478024"/>
            <a:ext cx="8595360" cy="749808"/>
          </a:xfrm>
          <a:prstGeom prst="rect">
            <a:avLst/>
          </a:prstGeom>
          <a:solidFill>
            <a:srgbClr val="FEF9C3"/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642616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15–21 days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91640" y="264261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Formal &amp; Serious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97680" y="258775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Expresses concern over the delay. Warns that continued non-payment may affect the relationship.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328416"/>
            <a:ext cx="8595360" cy="74980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49300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22–30 days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91640" y="349300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Stern &amp; Urgent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97680" y="343814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warning before escalation. Firm and urgent. Last chance to pay before action is taken.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4178808"/>
            <a:ext cx="85953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3434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days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91640" y="43434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⬛ ESCALATED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97680" y="4288536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email sent to client. Escalation CSV report generated and sent to Finance/Legal team.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914400"/>
          </a:xfrm>
          <a:prstGeom prst="rect">
            <a:avLst/>
          </a:prstGeom>
          <a:solidFill>
            <a:srgbClr val="EFF6FF"/>
          </a:solidFill>
          <a:ln w="254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CSV/Excel  ·  Streamlit UI  ·  CLI (main.py)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80560" y="1700784"/>
            <a:ext cx="182880" cy="10972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819656"/>
            <a:ext cx="8595360" cy="914400"/>
          </a:xfrm>
          <a:prstGeom prst="rect">
            <a:avLst/>
          </a:prstGeom>
          <a:solidFill>
            <a:srgbClr val="F0FDF4"/>
          </a:solidFill>
          <a:ln w="25400">
            <a:solidFill>
              <a:srgbClr val="86E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1109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LAYER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27685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csv_reader → tone_classifier → email_generator → escalation.py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0560" y="2743200"/>
            <a:ext cx="182880" cy="10972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2862072"/>
            <a:ext cx="8595360" cy="914400"/>
          </a:xfrm>
          <a:prstGeom prst="rect">
            <a:avLst/>
          </a:prstGeom>
          <a:solidFill>
            <a:srgbClr val="FFF7ED"/>
          </a:solidFill>
          <a:ln w="25400">
            <a:solidFill>
              <a:srgbClr val="FED7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535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3192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*.txt files  ·  SMTP Live Send  ·  SQLite Audit Log  ·  Log files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80560" y="3785616"/>
            <a:ext cx="182880" cy="10972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" y="3904488"/>
            <a:ext cx="8595360" cy="914400"/>
          </a:xfrm>
          <a:prstGeom prst="rect">
            <a:avLst/>
          </a:prstGeom>
          <a:solidFill>
            <a:srgbClr val="F5F3FF"/>
          </a:solidFill>
          <a:ln w="25400">
            <a:solidFill>
              <a:srgbClr val="C4B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9959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LAYER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3616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Guard  ·  API Key Protection  ·  Hallucination Prevention  ·  Email Masking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0" y="1280160"/>
            <a:ext cx="1965960" cy="731520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1371600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03720" y="166420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Mitigations (All 6 Required)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128016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14400"/>
            <a:ext cx="384048" cy="384048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14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91440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Prevention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34416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sanitize_field() strips HTML tags and injection keywords from ALL CSV data before it enters the LLM prompt.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777240"/>
            <a:ext cx="4114800" cy="128016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914400"/>
            <a:ext cx="384048" cy="384048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914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49240" y="91440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Protection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34416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credentials stored in .env file. .env.example provided. .gitignore excludes .env from repository.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194560"/>
            <a:ext cx="4114800" cy="128016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331720"/>
            <a:ext cx="384048" cy="384048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331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23317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276148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emails are masked in all logs: r***@domain.com. PII never stored outside local SQLite.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194560"/>
            <a:ext cx="4114800" cy="128016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92040" y="2331720"/>
            <a:ext cx="384048" cy="384048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331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23317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Prevention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276148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_validate_output() checks invoice number, days_overdue, and body length after every LLM response. Auto-retries.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611880"/>
            <a:ext cx="4114800" cy="128016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749040"/>
            <a:ext cx="384048" cy="384048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" y="37490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Spoofing Prevention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1480" y="417880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SMTP with App Password only. TLS/SSL on port 465. Sender address locked to env variable.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611880"/>
            <a:ext cx="4114800" cy="128016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3749040"/>
            <a:ext cx="384048" cy="384048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49240" y="37490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Access Prevention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92040" y="417880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runs on localhost only. Invoice schema validated before any processing begins.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 the Demo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0525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63040" y="90525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dependencies: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749040" y="90525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 Italic" pitchFamily="34" charset="0"/>
                <a:ea typeface="Calibri Italic" pitchFamily="34" charset="-122"/>
                <a:cs typeface="Calibri Italic" pitchFamily="34" charset="-120"/>
              </a:rPr>
              <a:t>pip install -r requirements.txt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490472"/>
            <a:ext cx="8595360" cy="621792"/>
          </a:xfrm>
          <a:prstGeom prst="rect">
            <a:avLst/>
          </a:prstGeom>
          <a:solidFill>
            <a:srgbClr val="E0F4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1848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63040" y="161848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environment: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49040" y="161848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 Italic" pitchFamily="34" charset="0"/>
                <a:ea typeface="Calibri Italic" pitchFamily="34" charset="-122"/>
                <a:cs typeface="Calibri Italic" pitchFamily="34" charset="-120"/>
              </a:rPr>
              <a:t>cp .env.example .env  →  add your OpenAI API key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203704"/>
            <a:ext cx="859536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3317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63040" y="23317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CLI dry-run: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49040" y="23317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 Italic" pitchFamily="34" charset="0"/>
                <a:ea typeface="Calibri Italic" pitchFamily="34" charset="-122"/>
                <a:cs typeface="Calibri Italic" pitchFamily="34" charset="-120"/>
              </a:rPr>
              <a:t>python main.py --file data/sample_invoices.csv --dry-run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916936"/>
            <a:ext cx="8595360" cy="621792"/>
          </a:xfrm>
          <a:prstGeom prst="rect">
            <a:avLst/>
          </a:prstGeom>
          <a:solidFill>
            <a:srgbClr val="E0F4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04495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63040" y="304495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dashboard: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49040" y="304495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 Italic" pitchFamily="34" charset="0"/>
                <a:ea typeface="Calibri Italic" pitchFamily="34" charset="-122"/>
                <a:cs typeface="Calibri Italic" pitchFamily="34" charset="-120"/>
              </a:rPr>
              <a:t>streamlit run app.py  →  open http://localhost:8501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630168"/>
            <a:ext cx="859536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758184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63040" y="375818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invoice file: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49040" y="375818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 Italic" pitchFamily="34" charset="0"/>
                <a:ea typeface="Calibri Italic" pitchFamily="34" charset="-122"/>
                <a:cs typeface="Calibri Italic" pitchFamily="34" charset="-120"/>
              </a:rPr>
              <a:t>Upload CSV → view color-coded table → click Run Agent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343400"/>
            <a:ext cx="8595360" cy="621792"/>
          </a:xfrm>
          <a:prstGeom prst="rect">
            <a:avLst/>
          </a:prstGeom>
          <a:solidFill>
            <a:srgbClr val="E0F4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47141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63040" y="447141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results: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749040" y="447141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 Italic" pitchFamily="34" charset="0"/>
                <a:ea typeface="Calibri Italic" pitchFamily="34" charset="-122"/>
                <a:cs typeface="Calibri Italic" pitchFamily="34" charset="-120"/>
              </a:rPr>
              <a:t>See generated emails, audit log, dry-run files in outputs/dry_run/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Email Output (Dry-Run)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42062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49808"/>
            <a:ext cx="8595360" cy="45720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955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DRY-RUN PREVIEW  |  INV-001 — Rahul Enterprises  |  Tone: Warm &amp; Friendly  |  4 days overdue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08760" y="132588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rahul@example.com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6276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08760" y="1627632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Reminder: Invoice INV-001 Payment Due — ₹45,000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08760" y="2231136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Rahul,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08760" y="283464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 you're doing well! Just a quick friendly nudge that Invoice INV-001 for ₹45,000.00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08760" y="3136392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due on 05 May 2026 and is now 4 days overdue.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08760" y="3739896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process payment at your convenience: 👉  https://pay.yourcompany.com/invoice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08760" y="434340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regards, Accounts Team — Your Company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Generated in 1.4s  |  Saved to outputs/dry_run/INV-001_20260509.txt  |  NOT sent to client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325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End-to-end working agent — from CSV input to email generation in one command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Production-quality code — error handling, logging, retries, and dry-run safety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6 security mitigations — fully documented and implemented in code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3108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Streamlit dashboard — visual, interactive, no technical knowledge required to operate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3703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Complete audit trail — every action logged with run ID, tone, and timestamp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42976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Human escalation — 30+ day invoices safely handed off to finance/legal team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Enablement Internship  ·  Finance Credit Follow-Up Email Agent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Finance Credit Follow-Up Email Agent</dc:title>
  <dc:subject>PptxGenJS Presentation</dc:subject>
  <dc:creator>AI Enablement Internship</dc:creator>
  <cp:lastModifiedBy>AI Enablement Internship</cp:lastModifiedBy>
  <cp:revision>1</cp:revision>
  <dcterms:created xsi:type="dcterms:W3CDTF">2026-05-08T19:33:48Z</dcterms:created>
  <dcterms:modified xsi:type="dcterms:W3CDTF">2026-05-08T19:33:48Z</dcterms:modified>
</cp:coreProperties>
</file>